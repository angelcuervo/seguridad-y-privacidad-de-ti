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43F28-5BA7-4C65-FAE3-5DF50B1619D8}" v="1" dt="2026-04-05T02:14:09.074"/>
    <p1510:client id="{85B602B9-3F2C-749F-047B-8334DE6502C9}" v="18" dt="2026-04-06T18:29:40.333"/>
    <p1510:client id="{CCE29A79-61E9-934F-6C02-493D4EFED797}" v="1" dt="2026-04-06T18:25:33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ario invitado" userId="S::urn:spo:tenantanon#3cce6b19-c66e-47cc-87a2-b1ac7cc8751e::" providerId="AD" clId="Web-{CCE29A79-61E9-934F-6C02-493D4EFED797}"/>
    <pc:docChg chg="modSld">
      <pc:chgData name="Usuario invitado" userId="S::urn:spo:tenantanon#3cce6b19-c66e-47cc-87a2-b1ac7cc8751e::" providerId="AD" clId="Web-{CCE29A79-61E9-934F-6C02-493D4EFED797}" dt="2026-04-06T18:25:33.241" v="0" actId="14100"/>
      <pc:docMkLst>
        <pc:docMk/>
      </pc:docMkLst>
      <pc:sldChg chg="modSp">
        <pc:chgData name="Usuario invitado" userId="S::urn:spo:tenantanon#3cce6b19-c66e-47cc-87a2-b1ac7cc8751e::" providerId="AD" clId="Web-{CCE29A79-61E9-934F-6C02-493D4EFED797}" dt="2026-04-06T18:25:33.241" v="0" actId="14100"/>
        <pc:sldMkLst>
          <pc:docMk/>
          <pc:sldMk cId="0" sldId="261"/>
        </pc:sldMkLst>
        <pc:picChg chg="mod">
          <ac:chgData name="Usuario invitado" userId="S::urn:spo:tenantanon#3cce6b19-c66e-47cc-87a2-b1ac7cc8751e::" providerId="AD" clId="Web-{CCE29A79-61E9-934F-6C02-493D4EFED797}" dt="2026-04-06T18:25:33.241" v="0" actId="14100"/>
          <ac:picMkLst>
            <pc:docMk/>
            <pc:sldMk cId="0" sldId="261"/>
            <ac:picMk id="2" creationId="{00000000-0000-0000-0000-000000000000}"/>
          </ac:picMkLst>
        </pc:picChg>
      </pc:sldChg>
    </pc:docChg>
  </pc:docChgLst>
  <pc:docChgLst>
    <pc:chgData name="Usuario invitado" userId="S::urn:spo:tenantanon#3cce6b19-c66e-47cc-87a2-b1ac7cc8751e::" providerId="AD" clId="Web-{53943F28-5BA7-4C65-FAE3-5DF50B1619D8}"/>
    <pc:docChg chg="modSld">
      <pc:chgData name="Usuario invitado" userId="S::urn:spo:tenantanon#3cce6b19-c66e-47cc-87a2-b1ac7cc8751e::" providerId="AD" clId="Web-{53943F28-5BA7-4C65-FAE3-5DF50B1619D8}" dt="2026-04-05T02:14:09.074" v="0" actId="14100"/>
      <pc:docMkLst>
        <pc:docMk/>
      </pc:docMkLst>
      <pc:sldChg chg="modSp">
        <pc:chgData name="Usuario invitado" userId="S::urn:spo:tenantanon#3cce6b19-c66e-47cc-87a2-b1ac7cc8751e::" providerId="AD" clId="Web-{53943F28-5BA7-4C65-FAE3-5DF50B1619D8}" dt="2026-04-05T02:14:09.074" v="0" actId="14100"/>
        <pc:sldMkLst>
          <pc:docMk/>
          <pc:sldMk cId="0" sldId="259"/>
        </pc:sldMkLst>
        <pc:picChg chg="mod">
          <ac:chgData name="Usuario invitado" userId="S::urn:spo:tenantanon#3cce6b19-c66e-47cc-87a2-b1ac7cc8751e::" providerId="AD" clId="Web-{53943F28-5BA7-4C65-FAE3-5DF50B1619D8}" dt="2026-04-05T02:14:09.074" v="0" actId="14100"/>
          <ac:picMkLst>
            <pc:docMk/>
            <pc:sldMk cId="0" sldId="259"/>
            <ac:picMk id="2" creationId="{00000000-0000-0000-0000-000000000000}"/>
          </ac:picMkLst>
        </pc:picChg>
      </pc:sldChg>
    </pc:docChg>
  </pc:docChgLst>
  <pc:docChgLst>
    <pc:chgData name="Usuario invitado" userId="S::urn:spo:tenantanon#3cce6b19-c66e-47cc-87a2-b1ac7cc8751e::" providerId="AD" clId="Web-{85B602B9-3F2C-749F-047B-8334DE6502C9}"/>
    <pc:docChg chg="modSld">
      <pc:chgData name="Usuario invitado" userId="S::urn:spo:tenantanon#3cce6b19-c66e-47cc-87a2-b1ac7cc8751e::" providerId="AD" clId="Web-{85B602B9-3F2C-749F-047B-8334DE6502C9}" dt="2026-04-06T18:29:40.333" v="17" actId="14100"/>
      <pc:docMkLst>
        <pc:docMk/>
      </pc:docMkLst>
      <pc:sldChg chg="modSp">
        <pc:chgData name="Usuario invitado" userId="S::urn:spo:tenantanon#3cce6b19-c66e-47cc-87a2-b1ac7cc8751e::" providerId="AD" clId="Web-{85B602B9-3F2C-749F-047B-8334DE6502C9}" dt="2026-04-06T18:29:40.333" v="17" actId="14100"/>
        <pc:sldMkLst>
          <pc:docMk/>
          <pc:sldMk cId="0" sldId="256"/>
        </pc:sldMkLst>
        <pc:picChg chg="mod modCrop">
          <ac:chgData name="Usuario invitado" userId="S::urn:spo:tenantanon#3cce6b19-c66e-47cc-87a2-b1ac7cc8751e::" providerId="AD" clId="Web-{85B602B9-3F2C-749F-047B-8334DE6502C9}" dt="2026-04-06T18:29:40.333" v="17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modSp">
        <pc:chgData name="Usuario invitado" userId="S::urn:spo:tenantanon#3cce6b19-c66e-47cc-87a2-b1ac7cc8751e::" providerId="AD" clId="Web-{85B602B9-3F2C-749F-047B-8334DE6502C9}" dt="2026-04-06T18:29:27.943" v="14" actId="14100"/>
        <pc:sldMkLst>
          <pc:docMk/>
          <pc:sldMk cId="0" sldId="257"/>
        </pc:sldMkLst>
        <pc:picChg chg="mod modCrop">
          <ac:chgData name="Usuario invitado" userId="S::urn:spo:tenantanon#3cce6b19-c66e-47cc-87a2-b1ac7cc8751e::" providerId="AD" clId="Web-{85B602B9-3F2C-749F-047B-8334DE6502C9}" dt="2026-04-06T18:29:27.943" v="14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modSp">
        <pc:chgData name="Usuario invitado" userId="S::urn:spo:tenantanon#3cce6b19-c66e-47cc-87a2-b1ac7cc8751e::" providerId="AD" clId="Web-{85B602B9-3F2C-749F-047B-8334DE6502C9}" dt="2026-04-06T18:29:15.114" v="11" actId="14100"/>
        <pc:sldMkLst>
          <pc:docMk/>
          <pc:sldMk cId="0" sldId="258"/>
        </pc:sldMkLst>
        <pc:picChg chg="mod modCrop">
          <ac:chgData name="Usuario invitado" userId="S::urn:spo:tenantanon#3cce6b19-c66e-47cc-87a2-b1ac7cc8751e::" providerId="AD" clId="Web-{85B602B9-3F2C-749F-047B-8334DE6502C9}" dt="2026-04-06T18:29:15.114" v="11" actId="14100"/>
          <ac:picMkLst>
            <pc:docMk/>
            <pc:sldMk cId="0" sldId="258"/>
            <ac:picMk id="2" creationId="{00000000-0000-0000-0000-000000000000}"/>
          </ac:picMkLst>
        </pc:picChg>
      </pc:sldChg>
      <pc:sldChg chg="modSp">
        <pc:chgData name="Usuario invitado" userId="S::urn:spo:tenantanon#3cce6b19-c66e-47cc-87a2-b1ac7cc8751e::" providerId="AD" clId="Web-{85B602B9-3F2C-749F-047B-8334DE6502C9}" dt="2026-04-06T18:28:59.379" v="8" actId="14100"/>
        <pc:sldMkLst>
          <pc:docMk/>
          <pc:sldMk cId="0" sldId="259"/>
        </pc:sldMkLst>
        <pc:picChg chg="mod modCrop">
          <ac:chgData name="Usuario invitado" userId="S::urn:spo:tenantanon#3cce6b19-c66e-47cc-87a2-b1ac7cc8751e::" providerId="AD" clId="Web-{85B602B9-3F2C-749F-047B-8334DE6502C9}" dt="2026-04-06T18:28:59.379" v="8" actId="14100"/>
          <ac:picMkLst>
            <pc:docMk/>
            <pc:sldMk cId="0" sldId="259"/>
            <ac:picMk id="2" creationId="{00000000-0000-0000-0000-000000000000}"/>
          </ac:picMkLst>
        </pc:picChg>
      </pc:sldChg>
      <pc:sldChg chg="modSp">
        <pc:chgData name="Usuario invitado" userId="S::urn:spo:tenantanon#3cce6b19-c66e-47cc-87a2-b1ac7cc8751e::" providerId="AD" clId="Web-{85B602B9-3F2C-749F-047B-8334DE6502C9}" dt="2026-04-06T18:28:46.973" v="5" actId="14100"/>
        <pc:sldMkLst>
          <pc:docMk/>
          <pc:sldMk cId="0" sldId="260"/>
        </pc:sldMkLst>
        <pc:picChg chg="mod modCrop">
          <ac:chgData name="Usuario invitado" userId="S::urn:spo:tenantanon#3cce6b19-c66e-47cc-87a2-b1ac7cc8751e::" providerId="AD" clId="Web-{85B602B9-3F2C-749F-047B-8334DE6502C9}" dt="2026-04-06T18:28:46.973" v="5" actId="14100"/>
          <ac:picMkLst>
            <pc:docMk/>
            <pc:sldMk cId="0" sldId="260"/>
            <ac:picMk id="2" creationId="{00000000-0000-0000-0000-000000000000}"/>
          </ac:picMkLst>
        </pc:picChg>
      </pc:sldChg>
      <pc:sldChg chg="modSp">
        <pc:chgData name="Usuario invitado" userId="S::urn:spo:tenantanon#3cce6b19-c66e-47cc-87a2-b1ac7cc8751e::" providerId="AD" clId="Web-{85B602B9-3F2C-749F-047B-8334DE6502C9}" dt="2026-04-06T18:28:33.629" v="2" actId="14100"/>
        <pc:sldMkLst>
          <pc:docMk/>
          <pc:sldMk cId="0" sldId="261"/>
        </pc:sldMkLst>
        <pc:picChg chg="mod modCrop">
          <ac:chgData name="Usuario invitado" userId="S::urn:spo:tenantanon#3cce6b19-c66e-47cc-87a2-b1ac7cc8751e::" providerId="AD" clId="Web-{85B602B9-3F2C-749F-047B-8334DE6502C9}" dt="2026-04-06T18:28:33.629" v="2" actId="14100"/>
          <ac:picMkLst>
            <pc:docMk/>
            <pc:sldMk cId="0" sldId="261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-367" b="3797"/>
          <a:stretch>
            <a:fillRect/>
          </a:stretch>
        </p:blipFill>
        <p:spPr>
          <a:xfrm>
            <a:off x="0" y="5032"/>
            <a:ext cx="16256000" cy="9121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-367" b="3797"/>
          <a:stretch>
            <a:fillRect/>
          </a:stretch>
        </p:blipFill>
        <p:spPr>
          <a:xfrm>
            <a:off x="0" y="5032"/>
            <a:ext cx="16256000" cy="91018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-367" b="4641"/>
          <a:stretch>
            <a:fillRect/>
          </a:stretch>
        </p:blipFill>
        <p:spPr>
          <a:xfrm>
            <a:off x="0" y="5032"/>
            <a:ext cx="16256000" cy="9140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-102" b="3145"/>
          <a:stretch>
            <a:fillRect/>
          </a:stretch>
        </p:blipFill>
        <p:spPr>
          <a:xfrm>
            <a:off x="0" y="-239"/>
            <a:ext cx="16253473" cy="91444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-367" b="4008"/>
          <a:stretch>
            <a:fillRect/>
          </a:stretch>
        </p:blipFill>
        <p:spPr>
          <a:xfrm>
            <a:off x="0" y="5032"/>
            <a:ext cx="16256000" cy="9140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151"/>
          <a:stretch>
            <a:fillRect/>
          </a:stretch>
        </p:blipFill>
        <p:spPr>
          <a:xfrm>
            <a:off x="0" y="1378"/>
            <a:ext cx="16256000" cy="9140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14</cp:revision>
  <dcterms:created xsi:type="dcterms:W3CDTF">2006-08-16T00:00:00Z</dcterms:created>
  <dcterms:modified xsi:type="dcterms:W3CDTF">2026-04-06T18:29:40Z</dcterms:modified>
</cp:coreProperties>
</file>