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6C375A-554A-9DFF-FA8C-BBEA3A7FAB83}" v="23" dt="2026-04-06T18:32:59.501"/>
    <p1510:client id="{B7A45857-E79D-50A1-E99A-B33E84BFECB0}" v="4" dt="2026-04-06T18:40:16.0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suario invitado" userId="S::urn:spo:tenantanon#3cce6b19-c66e-47cc-87a2-b1ac7cc8751e::" providerId="AD" clId="Web-{346C375A-554A-9DFF-FA8C-BBEA3A7FAB83}"/>
    <pc:docChg chg="modSld">
      <pc:chgData name="Usuario invitado" userId="S::urn:spo:tenantanon#3cce6b19-c66e-47cc-87a2-b1ac7cc8751e::" providerId="AD" clId="Web-{346C375A-554A-9DFF-FA8C-BBEA3A7FAB83}" dt="2026-04-06T18:32:59.501" v="22" actId="14100"/>
      <pc:docMkLst>
        <pc:docMk/>
      </pc:docMkLst>
      <pc:sldChg chg="modSp">
        <pc:chgData name="Usuario invitado" userId="S::urn:spo:tenantanon#3cce6b19-c66e-47cc-87a2-b1ac7cc8751e::" providerId="AD" clId="Web-{346C375A-554A-9DFF-FA8C-BBEA3A7FAB83}" dt="2026-04-06T18:31:07.636" v="6" actId="14100"/>
        <pc:sldMkLst>
          <pc:docMk/>
          <pc:sldMk cId="0" sldId="257"/>
        </pc:sldMkLst>
        <pc:picChg chg="mod modCrop">
          <ac:chgData name="Usuario invitado" userId="S::urn:spo:tenantanon#3cce6b19-c66e-47cc-87a2-b1ac7cc8751e::" providerId="AD" clId="Web-{346C375A-554A-9DFF-FA8C-BBEA3A7FAB83}" dt="2026-04-06T18:31:07.636" v="6" actId="14100"/>
          <ac:picMkLst>
            <pc:docMk/>
            <pc:sldMk cId="0" sldId="257"/>
            <ac:picMk id="2" creationId="{00000000-0000-0000-0000-000000000000}"/>
          </ac:picMkLst>
        </pc:picChg>
      </pc:sldChg>
      <pc:sldChg chg="modSp">
        <pc:chgData name="Usuario invitado" userId="S::urn:spo:tenantanon#3cce6b19-c66e-47cc-87a2-b1ac7cc8751e::" providerId="AD" clId="Web-{346C375A-554A-9DFF-FA8C-BBEA3A7FAB83}" dt="2026-04-06T18:32:02.279" v="10" actId="14100"/>
        <pc:sldMkLst>
          <pc:docMk/>
          <pc:sldMk cId="0" sldId="258"/>
        </pc:sldMkLst>
        <pc:picChg chg="mod modCrop">
          <ac:chgData name="Usuario invitado" userId="S::urn:spo:tenantanon#3cce6b19-c66e-47cc-87a2-b1ac7cc8751e::" providerId="AD" clId="Web-{346C375A-554A-9DFF-FA8C-BBEA3A7FAB83}" dt="2026-04-06T18:32:02.279" v="10" actId="14100"/>
          <ac:picMkLst>
            <pc:docMk/>
            <pc:sldMk cId="0" sldId="258"/>
            <ac:picMk id="2" creationId="{00000000-0000-0000-0000-000000000000}"/>
          </ac:picMkLst>
        </pc:picChg>
      </pc:sldChg>
      <pc:sldChg chg="modSp">
        <pc:chgData name="Usuario invitado" userId="S::urn:spo:tenantanon#3cce6b19-c66e-47cc-87a2-b1ac7cc8751e::" providerId="AD" clId="Web-{346C375A-554A-9DFF-FA8C-BBEA3A7FAB83}" dt="2026-04-06T18:32:19.890" v="13" actId="14100"/>
        <pc:sldMkLst>
          <pc:docMk/>
          <pc:sldMk cId="0" sldId="259"/>
        </pc:sldMkLst>
        <pc:picChg chg="mod modCrop">
          <ac:chgData name="Usuario invitado" userId="S::urn:spo:tenantanon#3cce6b19-c66e-47cc-87a2-b1ac7cc8751e::" providerId="AD" clId="Web-{346C375A-554A-9DFF-FA8C-BBEA3A7FAB83}" dt="2026-04-06T18:32:19.890" v="13" actId="14100"/>
          <ac:picMkLst>
            <pc:docMk/>
            <pc:sldMk cId="0" sldId="259"/>
            <ac:picMk id="2" creationId="{00000000-0000-0000-0000-000000000000}"/>
          </ac:picMkLst>
        </pc:picChg>
      </pc:sldChg>
      <pc:sldChg chg="modSp">
        <pc:chgData name="Usuario invitado" userId="S::urn:spo:tenantanon#3cce6b19-c66e-47cc-87a2-b1ac7cc8751e::" providerId="AD" clId="Web-{346C375A-554A-9DFF-FA8C-BBEA3A7FAB83}" dt="2026-04-06T18:32:31.562" v="16" actId="14100"/>
        <pc:sldMkLst>
          <pc:docMk/>
          <pc:sldMk cId="0" sldId="260"/>
        </pc:sldMkLst>
        <pc:picChg chg="mod modCrop">
          <ac:chgData name="Usuario invitado" userId="S::urn:spo:tenantanon#3cce6b19-c66e-47cc-87a2-b1ac7cc8751e::" providerId="AD" clId="Web-{346C375A-554A-9DFF-FA8C-BBEA3A7FAB83}" dt="2026-04-06T18:32:31.562" v="16" actId="14100"/>
          <ac:picMkLst>
            <pc:docMk/>
            <pc:sldMk cId="0" sldId="260"/>
            <ac:picMk id="2" creationId="{00000000-0000-0000-0000-000000000000}"/>
          </ac:picMkLst>
        </pc:picChg>
      </pc:sldChg>
      <pc:sldChg chg="modSp">
        <pc:chgData name="Usuario invitado" userId="S::urn:spo:tenantanon#3cce6b19-c66e-47cc-87a2-b1ac7cc8751e::" providerId="AD" clId="Web-{346C375A-554A-9DFF-FA8C-BBEA3A7FAB83}" dt="2026-04-06T18:32:59.501" v="22" actId="14100"/>
        <pc:sldMkLst>
          <pc:docMk/>
          <pc:sldMk cId="0" sldId="261"/>
        </pc:sldMkLst>
        <pc:picChg chg="mod modCrop">
          <ac:chgData name="Usuario invitado" userId="S::urn:spo:tenantanon#3cce6b19-c66e-47cc-87a2-b1ac7cc8751e::" providerId="AD" clId="Web-{346C375A-554A-9DFF-FA8C-BBEA3A7FAB83}" dt="2026-04-06T18:32:59.501" v="22" actId="14100"/>
          <ac:picMkLst>
            <pc:docMk/>
            <pc:sldMk cId="0" sldId="261"/>
            <ac:picMk id="2" creationId="{00000000-0000-0000-0000-000000000000}"/>
          </ac:picMkLst>
        </pc:picChg>
      </pc:sldChg>
    </pc:docChg>
  </pc:docChgLst>
  <pc:docChgLst>
    <pc:chgData name="Usuario invitado" userId="S::urn:spo:tenantanon#3cce6b19-c66e-47cc-87a2-b1ac7cc8751e::" providerId="AD" clId="Web-{B7A45857-E79D-50A1-E99A-B33E84BFECB0}"/>
    <pc:docChg chg="modSld">
      <pc:chgData name="Usuario invitado" userId="S::urn:spo:tenantanon#3cce6b19-c66e-47cc-87a2-b1ac7cc8751e::" providerId="AD" clId="Web-{B7A45857-E79D-50A1-E99A-B33E84BFECB0}" dt="2026-04-06T18:40:16.081" v="3" actId="14100"/>
      <pc:docMkLst>
        <pc:docMk/>
      </pc:docMkLst>
      <pc:sldChg chg="modSp">
        <pc:chgData name="Usuario invitado" userId="S::urn:spo:tenantanon#3cce6b19-c66e-47cc-87a2-b1ac7cc8751e::" providerId="AD" clId="Web-{B7A45857-E79D-50A1-E99A-B33E84BFECB0}" dt="2026-04-06T18:40:16.081" v="3" actId="14100"/>
        <pc:sldMkLst>
          <pc:docMk/>
          <pc:sldMk cId="0" sldId="256"/>
        </pc:sldMkLst>
        <pc:picChg chg="mod modCrop">
          <ac:chgData name="Usuario invitado" userId="S::urn:spo:tenantanon#3cce6b19-c66e-47cc-87a2-b1ac7cc8751e::" providerId="AD" clId="Web-{B7A45857-E79D-50A1-E99A-B33E84BFECB0}" dt="2026-04-06T18:40:16.081" v="3" actId="14100"/>
          <ac:picMkLst>
            <pc:docMk/>
            <pc:sldMk cId="0" sldId="256"/>
            <ac:picMk id="2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2830" t="3797" r="2594" b="4065"/>
          <a:stretch>
            <a:fillRect/>
          </a:stretch>
        </p:blipFill>
        <p:spPr>
          <a:xfrm>
            <a:off x="-23572" y="-3540"/>
            <a:ext cx="16275192" cy="91407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1887" t="2857" r="2005" b="3108"/>
          <a:stretch>
            <a:fillRect/>
          </a:stretch>
        </p:blipFill>
        <p:spPr>
          <a:xfrm>
            <a:off x="-2934" y="2098"/>
            <a:ext cx="16256017" cy="91489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1769" t="2953" r="1651" b="2799"/>
          <a:stretch>
            <a:fillRect/>
          </a:stretch>
        </p:blipFill>
        <p:spPr>
          <a:xfrm>
            <a:off x="-2751" y="-2807"/>
            <a:ext cx="16275188" cy="912122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-367" b="3376"/>
          <a:stretch>
            <a:fillRect/>
          </a:stretch>
        </p:blipFill>
        <p:spPr>
          <a:xfrm>
            <a:off x="0" y="5032"/>
            <a:ext cx="16256000" cy="914009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t="-367" b="3165"/>
          <a:stretch>
            <a:fillRect/>
          </a:stretch>
        </p:blipFill>
        <p:spPr>
          <a:xfrm>
            <a:off x="0" y="5032"/>
            <a:ext cx="16256000" cy="912088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3302" t="6329" r="2712" b="4698"/>
          <a:stretch>
            <a:fillRect/>
          </a:stretch>
        </p:blipFill>
        <p:spPr>
          <a:xfrm>
            <a:off x="-5136" y="-5742"/>
            <a:ext cx="16256024" cy="91413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16</cp:revision>
  <dcterms:created xsi:type="dcterms:W3CDTF">2006-08-16T00:00:00Z</dcterms:created>
  <dcterms:modified xsi:type="dcterms:W3CDTF">2026-04-06T18:40:21Z</dcterms:modified>
</cp:coreProperties>
</file>